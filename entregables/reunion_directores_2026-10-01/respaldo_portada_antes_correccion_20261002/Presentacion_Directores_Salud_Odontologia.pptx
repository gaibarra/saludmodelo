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2"/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aplicación como una plataforma institucional que conecta la atención de los servicios, la organización del personal y la formación académica. Participan pacientes y usuarios, colaboradores, alumnos, supervisores y Direcciones, cada uno con permisos específicos. El alcance previsto incluye solicitudes de atención, seguimiento y expedientes por servicio, vinculación de prácticas con competencias e informes individuales y consolidados. Las escuelas conservan su administración independiente. Aclarar que el despliegue es por etapas: la demostración y el núcleo académico sirven de base, mientras que la operación clínica real requiere validación y completar los módulos correspondientes.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objetivo académico. Preguntar qué información resulta indispensable para cada Dirección durante el ciclo y al finalizarlo. No presentar las cifras simuladas como resultados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Directores que prioricen estas cuatro preguntas y agreguen lo que falte. Acordar qué información será necesaria para dar por cerrado el ciclo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en lenguaje sencillo. Una captura no equivale automáticamente a una práctica acreditada: debe existir revisión del supervisor. Los módulos académicos sirven de base; los formatos clínicos siguen sujetos a validación y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la separación administrativa. Cada Dirección organiza su escuela, sus responsables y el seguimiento de sus alumnos.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de esta imagen son simuladas y corresponden únicamente al ejemplo de la Escuela de Salud. No se cargaron registros ficticios en producción para estas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muestra la Escuela de Odontología con administración propia. Las cifras ilustran el funcionamiento posterior, no los registros reales ni una meta institucional. Los paneles completos también se entregan como PNG y PDF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Extender la recopilación y revisión a todo octubre, con meta de cierre al 31 de octubre. Cada Dirección decide si su equipo captura en la aplicación o trabaja en la plantilla Excel. Identificar colaboradores, servicios, roles, participación y vigencia; revisar responsables, duplicados y personas que participan en más de un servicio. Consolidar y validar la relación con cada Dirección. Excel es una alternativa de recopilación: la carga debe prepararse y validarse, no se presenta como una importación automática ya disponible. No pedir contraseñas ni información clínica en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Distribuir las visitas presenciales durante todo el mes de octubre. Se mantiene el compromiso de al menos dos días por servicio, ampliando visitas y seguimiento cuando sea necesario. El objetivo es conocer los procesos a conciencia y completar el recorrido de todos los servicios, procurando no dejar asuntos pendientes. Escuchar al equipo, observar el trabajo, revisar excepciones y confirmar lo comprendido. Coordinar horarios sin interferir con la atención. Cualquier pendiente que no pueda resolverse al cierre de octubre quedará documentado con responsable y fecha de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todo octubre tanto para las visitas como para completar colaboradores y roles. Esta secuencia es una propuesta de organización, no fechas de visita ya confirmadas. Al inicio se designan enlaces y se elige aplicación o Excel. Durante el mes se visita, recopila y corrige en paralelo. En la última semana se valida la cobertura de todos los servicios y la relación de colaboradores y roles. Se procura cerrar sin pendientes; lo que no pueda resolverse se registra con responsable y fecha. Analizar también la información académica disponible; el inicio del piloto se acordará con cada Dirección según las condiciones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pedir recapturar de entrada los datos de alumnos que ya existen en sistemas institucionales. Primero identificar aplicaciones, responsables y datos disponibles. Revisar opciones autorizadas de exportación a Excel o CSV, intercambio de archivos o integración técnica si el sistema lo permite. Definir los campos necesarios: matrícula, nombre, programa, semestre o grupo, ciclo y escuela. La matrícula permitirá cotejar registros y evitar duplicados; asignación a servicios y supervisores requiere validación aparte. Acordar permisos de acceso y actualización, realizar una prueba acotada y validar resultados antes de una carga general. Durante octubre se analizarán las opciones; no se promete que exista ya una conexión automática ni una fecha de integración sin conocer los 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PDF separados. Odontología tiene 56 campos o grupos comentados; Salud 90. Son propuestas de contenido y no una certificación de que el expediente clínico esté listo. Psicología se incluye como servicio de la Escuela de Salud, vinculado a La Casita y documentado en el directorio CPREVI 2024 de SEGEY. Confirmar con Dirección responsables, horarios y modalidades actuales, sin duplicar atenciones entre Psicología y Atención Comunitaria. Fuente: https://educacion.yucatan.gob.mx/prevencion/assets/archivos/DIRECTORIO_INSTANCIAS_CPREVI_2024.pdf. No discutir datos identificables de pacientes en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presentar el alcance clínico completo como terminado. Están preparados la demostración, paneles académicos, plantilla Excel y propuestas documentales. Faltan validación institucional y los desarrollos clínicos y de importación correspondientes. Antes de datos reales deben revisarse accesos y reactivarse las medidas de seguridad suspendidas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los acuerdos: enlace por Escuela y herramienta elegida por cada Dirección; visitas y al menos dos días por servicio distribuidos durante octubre; responsable de identificar sistemas y analizar opciones de carga de alumnos; servicio y condiciones del piloto; revisores de expedientes; reunión de seguimiento y revisión al 31 de octubre. La relación de colaboradores y roles comparte el plazo de octubre. Procurar completar el trabajo a conciencia y sin pendientes; documentar las excepciones con responsable y fecha. Registrar como pendientes los acuerdos aún no confirmados.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institucional. Nombres tomados de docs/DECISIONES.md, decisiones 125 y 165. Escudo original conservado. Fecha de la reunión: 1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¿Qué es la aplicación Salud y Odontología?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plataforma web para organizar servicios y acompañar la formación de los alumnos.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F49"/>
                </a:solidFill>
                <a:latin typeface="Arial"/>
              </a:defRPr>
            </a:pPr>
            <a:r>
              <a:t>Conecta a pacientes y usuarios, colaboradores, alumnos, supervisores y Direcciones para dar seguimiento al servicio prestado y al aprendizaje que genera.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Atención y servicios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Solicitudes de atención, seguimiento y expedientes adaptados a cada servicio.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Prácticas, supervisión, competencias e informes por alumno y ciclo.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5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Gestión y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5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Responsables, tareas y avances; cada Escuela con administración propia.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Implementación por etapas: demostración y núcleo académico; alcance clínico por validar y completar.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El objetivo: conocer y respaldar cada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visión compartida para las Direcciones de Salud y Odontología.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Saber qué hizo cada alumno,</a:t>
            </a:r>
          </a:p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quién lo supervisó y qué competencias alcanzó.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Durante el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Avances, pendientes y seguimiento oportuno.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Al finalizar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Informes individuales y consolidados.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Hoy buscamos acuerdos para comenzar con personas y procesos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Lo que Dirección necesita poder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Primero acordamos la información útil; después afinamos los formularios.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01 ·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prácticas realizó cada alumno y en qué servicio?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02 ·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¿Quién revisó y validó cada actividad?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03 · 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competencias demostró y cuáles debe reforzar?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04 ·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resultados y pendientes deja el ciclo?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Una aplicación que conecta el trabajo cotidiano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registro de una actividad al informe académico.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Actividad, alumno, servicio y fecha.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Supervisar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Revisión, observaciones y correcciones.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 y competencia acreditadas.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Avances e informes para Dirección.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validación del supervisor convierte el registro en evidencia académica.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Dos escuelas, administración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Salud y Odontología tienen el mismo nivel jerárquico.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sus servicios, colaboradores y seguimiento académico.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Odontología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 equipo, operación y prácticas odontológicas.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Cada Escuela define sus responsables y administra su información,</a:t>
            </a:r>
          </a:p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con funciones y permisos propios.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02_Direccion_Sal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de Salud.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Avance de sus alumnos.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Odontología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03_Direccion_Odont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propia.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Informes del ciclo.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colaboradores y roles completos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1 al 31 de octubre · Cada Dirección elige aplicación o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Qué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Nombre y correo institucional.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 y rol asignado.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Participación y vigencia.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colaborar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o plantilla Excel, a elección de cada Dirección.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Un enlace por Escuela.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cerrar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y completar durante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colaboradores y roles al 31 de octubre.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Un mismo plazo: todo octubre para recopilar, corregir y validar la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Mi compromiso: visitas durante todo octubre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C.P. Gonzalo Arturo Ibarra Mendoza · Trabajo presencial, completo y a conciencia.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Conocer y 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Observar el proceso actual.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Escuchar al equipo y sus necesidades.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formatos y excepciones.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Validar y completar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Confirmar lo observado con el servicio.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Volver cuando sea necesario.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Resolver dudas y acordar ajustes.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Al menos dos días por servicio, con seguimiento durante octubre para procurar un trabajo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visitas y registro en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Plazo común: del 1 al 31 de octubre de 2026 · Agenda por acordar con cada servicio.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Inicio del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enlaces, agenda y herramienta de captura.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Todo octubre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Visitar servicios y recopilar colaboradores y roles.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En paralelo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datos, resolver dudas y analizar fuentes de alumnos.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24–31 octubre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información y procesos; documentar pendientes con fecha.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Meta al 31 de octubre: servicios visitados, datos validados y seguimiento de pendientes.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Alumnos: aprovechar la información 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Analizaremos las opciones de carga desde las aplicaciones académicas institucionales.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Identificar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¿En qué aplicaciones están?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¿Quién administra los datos?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¿Qué información se puede obtener?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Opciones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Exportación Excel o CSV.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Intercambio de archivos.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Integración, si el sistema lo permite.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Probar y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Cotejar matrícula y ciclo.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Evitar duplicados.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responsables de actualización.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Primero analizar y probar; después acordar la carga general y su calendario.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Expedientes: contenido a revisar por cada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 entregan dos documentos, con una explicación breve de cada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Odontología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Historia, exploración y odontograma.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Plan, consentimiento y evolución.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 del alumno y supervisión.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Servicios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Psicología · La Casita incluida.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comunes y por disciplina.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Seguimiento académico vinculado.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Cada servicio designa a quien revisará sus campos y documentos.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Qué está preparado y qué falta acordar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La demostración permite revisar el enfoque antes de operar con información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Preparado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de demostración.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Paneles académicos.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Excel y propuestas de expedientes.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Por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Procesos y responsables.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Campos, permisos y alcance clínico.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Carga de Excel y fuentes de alumnos.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Acompañamiento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Visitas durante todo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 y revisión a conciencia.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Cierre y seguimiento de pendientes.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evaluación y las decisiones clínicas permanecen bajo responsabilidad profesional.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Cerremos con responsables y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Seis acuerdos para trabajar durante octubre y revisar el cierre el día 31.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36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Colaboradores 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0428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Aplicación o Excel; revisión y cierre al 31 de octubre.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90779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Visitas de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Todo octubre; mínimo dos días por servicio y seguimiento.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798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2958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Información de alumnos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54787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Responsable y sistemas a revisar; analizar opciones de carga.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51376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16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15137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Piloto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169663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Servicio, equipo y condiciones para iniciar.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8234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7316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Expedientes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791456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Revisor de cada servicio y fecha de devolución.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4452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3949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Cierre y seguimiento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41324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Revisión al 31 de octubre; pendientes con responsable y fecha.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12191695" cy="192024"/>
          </a:xfrm>
          <a:prstGeom prst="rect">
            <a:avLst/>
          </a:prstGeom>
          <a:solidFill>
            <a:srgbClr val="16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02336"/>
            <a:ext cx="1005840" cy="1010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486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63B51"/>
                </a:solidFill>
                <a:latin typeface="Arial"/>
              </a:defRPr>
            </a:pPr>
            <a:r>
              <a:t>UNIVERSIDAD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10241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ESCUELA DE SALUD  /  ESCUELA DE ODONTOLOGÍA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08792" cy="18288"/>
          </a:xfrm>
          <a:prstGeom prst="rect">
            <a:avLst/>
          </a:prstGeom>
          <a:solidFill>
            <a:srgbClr val="D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087F82"/>
                </a:solidFill>
                <a:latin typeface="Arial"/>
              </a:defRPr>
            </a:pPr>
            <a:r>
              <a:t>REUNIÓN CON DIRECCIONES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163B51"/>
                </a:solidFill>
                <a:latin typeface="Arial"/>
              </a:defRPr>
            </a:pPr>
            <a:r>
              <a:t>Salud y Odontología</a:t>
            </a:r>
          </a:p>
          <a:p>
            <a:pPr>
              <a:spcAft>
                <a:spcPts val="0"/>
              </a:spcAft>
              <a:defRPr sz="3500" b="1">
                <a:solidFill>
                  <a:srgbClr val="163B51"/>
                </a:solidFill>
                <a:latin typeface="Arial"/>
              </a:defRPr>
            </a:pPr>
            <a:r>
              <a:t>Plan de trabajo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94176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54717B"/>
                </a:solidFill>
                <a:latin typeface="Arial"/>
              </a:defRPr>
            </a:pPr>
            <a:r>
              <a:t>Organización de servicios y seguimiento de la formación académica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89704"/>
            <a:ext cx="5321808" cy="109728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489704"/>
            <a:ext cx="5376672" cy="109728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68172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63B51"/>
                </a:solidFill>
                <a:latin typeface="Arial"/>
              </a:defRPr>
            </a:pPr>
            <a:r>
              <a:t>Carla Amira Leon Pinto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184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Directora de la Escuela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681728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63B51"/>
                </a:solidFill>
                <a:latin typeface="Arial"/>
              </a:defRPr>
            </a:pPr>
            <a:r>
              <a:t>C.D. E.P. Mario Sosa Correa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5184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Director de la Escuela de Odontología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89320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63B51"/>
                </a:solidFill>
                <a:latin typeface="Arial"/>
              </a:defRPr>
            </a:pPr>
            <a:r>
              <a:t>PRESENTA · C.P. Gonzalo Arturo Ibarra Mendoza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45936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4717B"/>
                </a:solidFill>
                <a:latin typeface="Arial"/>
              </a:defRPr>
            </a:pPr>
            <a:r>
              <a:t>Propuesta de trabajo · Octubre de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989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87F82"/>
                </a:solidFill>
                <a:latin typeface="Arial"/>
              </a:defRPr>
            </a:pPr>
            <a:r>
              <a:t>1 de octubre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